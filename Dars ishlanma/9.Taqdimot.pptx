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58" r:id="rId5"/>
    <p:sldId id="260" r:id="rId6"/>
    <p:sldId id="266" r:id="rId7"/>
    <p:sldId id="261" r:id="rId8"/>
    <p:sldId id="262" r:id="rId9"/>
    <p:sldId id="264" r:id="rId10"/>
    <p:sldId id="263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0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9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3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4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98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6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8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0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4538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33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85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78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2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8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BB1C02-CE27-4399-A3F8-D835D9B9B76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918B30-1580-4AB1-960A-C3AFE3B99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9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1052D-01BB-4321-A070-68787B8F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006" y="910167"/>
            <a:ext cx="11363417" cy="2880597"/>
          </a:xfrm>
        </p:spPr>
        <p:txBody>
          <a:bodyPr>
            <a:noAutofit/>
          </a:bodyPr>
          <a:lstStyle/>
          <a:p>
            <a:pPr algn="l"/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Jadvallar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dasturidan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Grafika.Diagramma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4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987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2FAB3-83B8-4508-92B7-FC536B010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94" y="-133165"/>
            <a:ext cx="9250533" cy="5122415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Maqsad:o‘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quvchilarga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dasturida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tuzish,unga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kiritish,grafika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diagrammalar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o‘rgatish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5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4278D86-534B-4082-8F30-9FCC66797E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4916" y="932156"/>
            <a:ext cx="9892683" cy="4859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sz="3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1.Microsoft Excel dasturi</a:t>
            </a:r>
          </a:p>
          <a:p>
            <a:pPr marL="0" indent="0">
              <a:buNone/>
            </a:pP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2.Grafika</a:t>
            </a:r>
          </a:p>
          <a:p>
            <a:pPr marL="0" indent="0">
              <a:buNone/>
            </a:pP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3.Diagrammalar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endParaRPr lang="en-US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Tayanch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tushuncha: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Excel,katak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yacheyka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jadval,grafik,diagramma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03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9397A5-F05A-4501-8A5D-F04FE7996F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9913" y="995039"/>
            <a:ext cx="9969622" cy="4867922"/>
          </a:xfrm>
        </p:spPr>
        <p:txBody>
          <a:bodyPr>
            <a:normAutofit/>
          </a:bodyPr>
          <a:lstStyle/>
          <a:p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dasturi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hisoblanadi.Elektron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jadvallar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dasturi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ta’minotlardan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biridir.Unga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kiritishimiz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bilsangiz,dastur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amallarni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oladi.Turli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kataklarga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sichqonchaning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chap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tugmasini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bosib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faollashtirib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katak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qo‘shiladi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263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C16B9C-FB5F-4C4A-9AEB-E10DF1CCE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348" y="609599"/>
            <a:ext cx="9096652" cy="58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8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1D7859-29DF-40A3-91A2-7879B24E4BB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52" y="1003177"/>
            <a:ext cx="4465467" cy="478802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915C2F-B8EE-495B-8E50-ACF033388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384" y="1003177"/>
            <a:ext cx="4817616" cy="478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9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D6C1774-05FD-4EFC-881F-1A0DF39389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3076" y="1038687"/>
            <a:ext cx="9996256" cy="5078028"/>
          </a:xfrm>
        </p:spPr>
        <p:txBody>
          <a:bodyPr>
            <a:normAutofit/>
          </a:bodyPr>
          <a:lstStyle/>
          <a:p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Grafika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-kompyuterlar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tasvirlarning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tahrirlash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qiziq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mashg’ulot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hisoblanadi.Ushbu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ko‘nikma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sizga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tasvirlardan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chizishni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emas,balki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o‘zingiz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xohlagandek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tasvirlaringizni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bor,ularning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turlaridan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yaratishingiz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mumkin.Bu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Paintdan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mumkin.Bu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materiallar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tahrirlash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foydalaniladigan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089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6ECDB7A5-9EB6-4283-87BB-9B8B3122F0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923278"/>
            <a:ext cx="5182225" cy="4867922"/>
          </a:xfrm>
        </p:spPr>
        <p:txBody>
          <a:bodyPr>
            <a:normAutofit/>
          </a:bodyPr>
          <a:lstStyle/>
          <a:p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Paint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tushir-ganingizda,katta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ko‘rasiz.Bu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hudud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kanvas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ataladi.Yani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qo‘lda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chizmoqchi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bo‘lganingizda,qog’oz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vazifani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bajarsa,ushbu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maydonning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1A7D2F-4B59-4233-B3BB-2C77F0ACC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650" y="923278"/>
            <a:ext cx="5182224" cy="486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8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5092DBE-D5C1-449E-8434-F31F1EE486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81" y="1242875"/>
            <a:ext cx="4802819" cy="454832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11217D-BF88-4052-9B87-423FD14EE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218" y="1242875"/>
            <a:ext cx="4950781" cy="45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5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5A40F67-9742-48BF-B5C9-30E6E87FED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36848"/>
            <a:ext cx="10363826" cy="5054352"/>
          </a:xfrm>
        </p:spPr>
        <p:txBody>
          <a:bodyPr>
            <a:normAutofit/>
          </a:bodyPr>
          <a:lstStyle/>
          <a:p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-raqamli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axborotni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namoyish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etuvchi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bo‘lib,uning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ko‘plab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F1BD02-C6E6-470A-9836-56AA19618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1890943"/>
            <a:ext cx="5433761" cy="43145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88F3CB-ADC6-4F60-9452-4B6A17068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742" y="1890942"/>
            <a:ext cx="4654858" cy="432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4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>
            <a:extLst>
              <a:ext uri="{FF2B5EF4-FFF2-40B4-BE49-F238E27FC236}">
                <a16:creationId xmlns:a16="http://schemas.microsoft.com/office/drawing/2014/main" id="{737B272B-8FBD-4B90-8D40-B771C9E510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4341181"/>
            <a:ext cx="10363826" cy="189982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ustunli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shaklida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uchun,ma;lumotlarni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kiritamiz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ekranni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yuqorisidagi</a:t>
            </a:r>
            <a:r>
              <a:rPr lang="en-US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Insert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menyusini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tanlaymiz.Siz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istagan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ko’rinishdagi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ettiruvchi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ikonkani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tanlashingiz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mumkin.Ustunli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belgisini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tanlasangiz,menyu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menyudan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tanlaymiz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03866B-5868-4F7A-AB9F-E94F17F77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69" y="844550"/>
            <a:ext cx="4619343" cy="349663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DE8BCC-1F25-418A-947F-33CC5DA21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282" y="844550"/>
            <a:ext cx="5149049" cy="349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06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459F0-3F4C-482F-BE39-791F4F1D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3696031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Uyga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dasturida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sinfdagi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o‘quvchilarning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tug‘ilgan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fasllari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ro‘yhati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ustunli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diagramma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738973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210</TotalTime>
  <Words>338</Words>
  <Application>Microsoft Office PowerPoint</Application>
  <PresentationFormat>Широкоэкранный</PresentationFormat>
  <Paragraphs>17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Tw Cen MT</vt:lpstr>
      <vt:lpstr>Капля</vt:lpstr>
      <vt:lpstr>Mavzu: Jadvallar yaratishda Microsoft Excel dasturidan foydalanish.  Grafika.Diagramma va unga ma’lumotlar kiritish.</vt:lpstr>
      <vt:lpstr>Maqsad:o‘quvchilarga Microsoft Excel dasturida jadval tuzish,unga ma’lumot kiritish,grafika va diagrammalar yaratishni o‘rgatish.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Uyga vazifa Microsoft excel dasturida sinfdagi o‘quvchilarning tug‘ilgan fasllari ro‘yhati bo‘yicha ustunli diagramma tuzish.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Mavzu:Jadvallar yaratishda Microsoft Excel dasturidan foydalanish.  Grafika,Diagramma va unga ma’lumotlar kiritish.</dc:title>
  <dc:creator>acer</dc:creator>
  <cp:lastModifiedBy>acer</cp:lastModifiedBy>
  <cp:revision>4</cp:revision>
  <dcterms:created xsi:type="dcterms:W3CDTF">2025-03-06T09:10:09Z</dcterms:created>
  <dcterms:modified xsi:type="dcterms:W3CDTF">2025-04-20T13:45:45Z</dcterms:modified>
</cp:coreProperties>
</file>